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9"/>
  </p:handoutMasterIdLst>
  <p:sldIdLst>
    <p:sldId id="256" r:id="rId2"/>
    <p:sldId id="264" r:id="rId3"/>
    <p:sldId id="268" r:id="rId4"/>
    <p:sldId id="269" r:id="rId5"/>
    <p:sldId id="270" r:id="rId6"/>
    <p:sldId id="271" r:id="rId7"/>
    <p:sldId id="267" r:id="rId8"/>
  </p:sldIdLst>
  <p:sldSz cx="12192000" cy="6858000"/>
  <p:notesSz cx="6858000" cy="9144000"/>
  <p:defaultTextStyle>
    <a:defPPr>
      <a:defRPr lang="en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546C4-05BE-4928-AE6F-1C99EDFEEBEF}" v="80" dt="2025-11-14T09:31:2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29"/>
  </p:normalViewPr>
  <p:slideViewPr>
    <p:cSldViewPr snapToGrid="0">
      <p:cViewPr varScale="1">
        <p:scale>
          <a:sx n="80" d="100"/>
          <a:sy n="80" d="100"/>
        </p:scale>
        <p:origin x="4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2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win Joju" userId="0eceefdfa0b22dab" providerId="LiveId" clId="{5E71BD00-AF15-49E3-9520-833E0CECFC7F}"/>
    <pc:docChg chg="undo custSel addSld delSld modSld">
      <pc:chgData name="Ajwin Joju" userId="0eceefdfa0b22dab" providerId="LiveId" clId="{5E71BD00-AF15-49E3-9520-833E0CECFC7F}" dt="2025-11-14T09:31:29.828" v="294" actId="2710"/>
      <pc:docMkLst>
        <pc:docMk/>
      </pc:docMkLst>
      <pc:sldChg chg="modSp mod">
        <pc:chgData name="Ajwin Joju" userId="0eceefdfa0b22dab" providerId="LiveId" clId="{5E71BD00-AF15-49E3-9520-833E0CECFC7F}" dt="2025-11-13T18:59:24.917" v="234" actId="20577"/>
        <pc:sldMkLst>
          <pc:docMk/>
          <pc:sldMk cId="1831902759" sldId="256"/>
        </pc:sldMkLst>
        <pc:spChg chg="mod">
          <ac:chgData name="Ajwin Joju" userId="0eceefdfa0b22dab" providerId="LiveId" clId="{5E71BD00-AF15-49E3-9520-833E0CECFC7F}" dt="2025-11-13T18:59:24.917" v="234" actId="20577"/>
          <ac:spMkLst>
            <pc:docMk/>
            <pc:sldMk cId="1831902759" sldId="256"/>
            <ac:spMk id="2" creationId="{C806928A-6627-FA95-90FE-38599574AC74}"/>
          </ac:spMkLst>
        </pc:spChg>
      </pc:sldChg>
      <pc:sldChg chg="addSp delSp modSp mod">
        <pc:chgData name="Ajwin Joju" userId="0eceefdfa0b22dab" providerId="LiveId" clId="{5E71BD00-AF15-49E3-9520-833E0CECFC7F}" dt="2025-11-13T19:06:50.051" v="258" actId="14100"/>
        <pc:sldMkLst>
          <pc:docMk/>
          <pc:sldMk cId="3761348925" sldId="264"/>
        </pc:sldMkLst>
        <pc:spChg chg="add mod">
          <ac:chgData name="Ajwin Joju" userId="0eceefdfa0b22dab" providerId="LiveId" clId="{5E71BD00-AF15-49E3-9520-833E0CECFC7F}" dt="2025-11-13T18:44:09.680" v="136" actId="1076"/>
          <ac:spMkLst>
            <pc:docMk/>
            <pc:sldMk cId="3761348925" sldId="264"/>
            <ac:spMk id="2" creationId="{F79867DE-0952-AA06-CB50-39315C1FABE9}"/>
          </ac:spMkLst>
        </pc:spChg>
        <pc:spChg chg="del mod">
          <ac:chgData name="Ajwin Joju" userId="0eceefdfa0b22dab" providerId="LiveId" clId="{5E71BD00-AF15-49E3-9520-833E0CECFC7F}" dt="2025-11-13T19:06:45.937" v="254" actId="931"/>
          <ac:spMkLst>
            <pc:docMk/>
            <pc:sldMk cId="3761348925" sldId="264"/>
            <ac:spMk id="4" creationId="{7F49C4AD-9656-959F-4C5C-B9C558FB42F3}"/>
          </ac:spMkLst>
        </pc:spChg>
        <pc:spChg chg="mod">
          <ac:chgData name="Ajwin Joju" userId="0eceefdfa0b22dab" providerId="LiveId" clId="{5E71BD00-AF15-49E3-9520-833E0CECFC7F}" dt="2025-11-13T18:44:13.802" v="137" actId="1076"/>
          <ac:spMkLst>
            <pc:docMk/>
            <pc:sldMk cId="3761348925" sldId="264"/>
            <ac:spMk id="6" creationId="{DD4BDD07-D5E0-9B96-AF17-B0A678D72F39}"/>
          </ac:spMkLst>
        </pc:spChg>
        <pc:picChg chg="del mod">
          <ac:chgData name="Ajwin Joju" userId="0eceefdfa0b22dab" providerId="LiveId" clId="{5E71BD00-AF15-49E3-9520-833E0CECFC7F}" dt="2025-11-13T19:02:25.124" v="245" actId="21"/>
          <ac:picMkLst>
            <pc:docMk/>
            <pc:sldMk cId="3761348925" sldId="264"/>
            <ac:picMk id="3" creationId="{8242CEFD-2EB0-71FC-DEEF-A222660A15AD}"/>
          </ac:picMkLst>
        </pc:picChg>
        <pc:picChg chg="add mod">
          <ac:chgData name="Ajwin Joju" userId="0eceefdfa0b22dab" providerId="LiveId" clId="{5E71BD00-AF15-49E3-9520-833E0CECFC7F}" dt="2025-11-13T19:06:50.051" v="258" actId="14100"/>
          <ac:picMkLst>
            <pc:docMk/>
            <pc:sldMk cId="3761348925" sldId="264"/>
            <ac:picMk id="7" creationId="{88721977-8B45-4DA2-8C77-34F669B05823}"/>
          </ac:picMkLst>
        </pc:picChg>
      </pc:sldChg>
      <pc:sldChg chg="addSp delSp modSp add mod">
        <pc:chgData name="Ajwin Joju" userId="0eceefdfa0b22dab" providerId="LiveId" clId="{5E71BD00-AF15-49E3-9520-833E0CECFC7F}" dt="2025-11-13T19:05:54.568" v="253" actId="1076"/>
        <pc:sldMkLst>
          <pc:docMk/>
          <pc:sldMk cId="2283139698" sldId="268"/>
        </pc:sldMkLst>
        <pc:spChg chg="del">
          <ac:chgData name="Ajwin Joju" userId="0eceefdfa0b22dab" providerId="LiveId" clId="{5E71BD00-AF15-49E3-9520-833E0CECFC7F}" dt="2025-11-13T18:44:26.965" v="139" actId="478"/>
          <ac:spMkLst>
            <pc:docMk/>
            <pc:sldMk cId="2283139698" sldId="268"/>
            <ac:spMk id="2" creationId="{5A33916A-52C4-4685-2DE2-6FD85B3F7A5D}"/>
          </ac:spMkLst>
        </pc:spChg>
        <pc:spChg chg="add mod">
          <ac:chgData name="Ajwin Joju" userId="0eceefdfa0b22dab" providerId="LiveId" clId="{5E71BD00-AF15-49E3-9520-833E0CECFC7F}" dt="2025-11-13T18:46:10.990" v="173" actId="1076"/>
          <ac:spMkLst>
            <pc:docMk/>
            <pc:sldMk cId="2283139698" sldId="268"/>
            <ac:spMk id="3" creationId="{5302BB78-985F-D33E-A8AB-D7D5A9D26AE2}"/>
          </ac:spMkLst>
        </pc:spChg>
        <pc:spChg chg="del">
          <ac:chgData name="Ajwin Joju" userId="0eceefdfa0b22dab" providerId="LiveId" clId="{5E71BD00-AF15-49E3-9520-833E0CECFC7F}" dt="2025-11-13T19:05:39.680" v="247" actId="931"/>
          <ac:spMkLst>
            <pc:docMk/>
            <pc:sldMk cId="2283139698" sldId="268"/>
            <ac:spMk id="4" creationId="{25819B0E-31CE-1D1D-815F-CC495D6F41F5}"/>
          </ac:spMkLst>
        </pc:spChg>
        <pc:spChg chg="add mod">
          <ac:chgData name="Ajwin Joju" userId="0eceefdfa0b22dab" providerId="LiveId" clId="{5E71BD00-AF15-49E3-9520-833E0CECFC7F}" dt="2025-11-13T18:46:22.753" v="176" actId="1076"/>
          <ac:spMkLst>
            <pc:docMk/>
            <pc:sldMk cId="2283139698" sldId="268"/>
            <ac:spMk id="5" creationId="{9F30755E-AB29-4421-5EEE-7A9638E2446F}"/>
          </ac:spMkLst>
        </pc:spChg>
        <pc:spChg chg="del">
          <ac:chgData name="Ajwin Joju" userId="0eceefdfa0b22dab" providerId="LiveId" clId="{5E71BD00-AF15-49E3-9520-833E0CECFC7F}" dt="2025-11-13T18:44:26.965" v="139" actId="478"/>
          <ac:spMkLst>
            <pc:docMk/>
            <pc:sldMk cId="2283139698" sldId="268"/>
            <ac:spMk id="6" creationId="{1828DDD8-431C-48B7-6384-630C02B3B440}"/>
          </ac:spMkLst>
        </pc:spChg>
        <pc:picChg chg="add mod">
          <ac:chgData name="Ajwin Joju" userId="0eceefdfa0b22dab" providerId="LiveId" clId="{5E71BD00-AF15-49E3-9520-833E0CECFC7F}" dt="2025-11-13T19:05:54.568" v="253" actId="1076"/>
          <ac:picMkLst>
            <pc:docMk/>
            <pc:sldMk cId="2283139698" sldId="268"/>
            <ac:picMk id="6" creationId="{7432C579-A2F6-CA2F-C9E0-267B9875A6A3}"/>
          </ac:picMkLst>
        </pc:picChg>
      </pc:sldChg>
      <pc:sldChg chg="addSp delSp modSp add mod">
        <pc:chgData name="Ajwin Joju" userId="0eceefdfa0b22dab" providerId="LiveId" clId="{5E71BD00-AF15-49E3-9520-833E0CECFC7F}" dt="2025-11-13T19:02:30.337" v="246"/>
        <pc:sldMkLst>
          <pc:docMk/>
          <pc:sldMk cId="1579803030" sldId="269"/>
        </pc:sldMkLst>
        <pc:spChg chg="add mod">
          <ac:chgData name="Ajwin Joju" userId="0eceefdfa0b22dab" providerId="LiveId" clId="{5E71BD00-AF15-49E3-9520-833E0CECFC7F}" dt="2025-11-13T18:48:40.754" v="202" actId="207"/>
          <ac:spMkLst>
            <pc:docMk/>
            <pc:sldMk cId="1579803030" sldId="269"/>
            <ac:spMk id="2" creationId="{B8BD93B8-D659-EFA7-8D10-85F06949D67A}"/>
          </ac:spMkLst>
        </pc:spChg>
        <pc:spChg chg="mod">
          <ac:chgData name="Ajwin Joju" userId="0eceefdfa0b22dab" providerId="LiveId" clId="{5E71BD00-AF15-49E3-9520-833E0CECFC7F}" dt="2025-11-13T18:47:26.600" v="188" actId="1076"/>
          <ac:spMkLst>
            <pc:docMk/>
            <pc:sldMk cId="1579803030" sldId="269"/>
            <ac:spMk id="3" creationId="{AC30367F-9A42-C359-070E-C126DEC299A7}"/>
          </ac:spMkLst>
        </pc:spChg>
        <pc:spChg chg="del">
          <ac:chgData name="Ajwin Joju" userId="0eceefdfa0b22dab" providerId="LiveId" clId="{5E71BD00-AF15-49E3-9520-833E0CECFC7F}" dt="2025-11-13T19:02:30.337" v="246"/>
          <ac:spMkLst>
            <pc:docMk/>
            <pc:sldMk cId="1579803030" sldId="269"/>
            <ac:spMk id="4" creationId="{0B0D6827-3C83-0E8F-EF51-2261EDECF68F}"/>
          </ac:spMkLst>
        </pc:spChg>
        <pc:picChg chg="add mod">
          <ac:chgData name="Ajwin Joju" userId="0eceefdfa0b22dab" providerId="LiveId" clId="{5E71BD00-AF15-49E3-9520-833E0CECFC7F}" dt="2025-11-13T19:02:30.337" v="246"/>
          <ac:picMkLst>
            <pc:docMk/>
            <pc:sldMk cId="1579803030" sldId="269"/>
            <ac:picMk id="5" creationId="{83CE3964-DCE4-4FE2-3593-DDC7BD47DA3C}"/>
          </ac:picMkLst>
        </pc:picChg>
      </pc:sldChg>
      <pc:sldChg chg="addSp delSp modSp add mod">
        <pc:chgData name="Ajwin Joju" userId="0eceefdfa0b22dab" providerId="LiveId" clId="{5E71BD00-AF15-49E3-9520-833E0CECFC7F}" dt="2025-11-13T19:02:06.292" v="243" actId="14100"/>
        <pc:sldMkLst>
          <pc:docMk/>
          <pc:sldMk cId="3303964776" sldId="270"/>
        </pc:sldMkLst>
        <pc:spChg chg="add mod">
          <ac:chgData name="Ajwin Joju" userId="0eceefdfa0b22dab" providerId="LiveId" clId="{5E71BD00-AF15-49E3-9520-833E0CECFC7F}" dt="2025-11-13T18:50:20.274" v="228" actId="1076"/>
          <ac:spMkLst>
            <pc:docMk/>
            <pc:sldMk cId="3303964776" sldId="270"/>
            <ac:spMk id="2" creationId="{49A8A549-530D-F8F7-F7EF-B355A2F3FBC1}"/>
          </ac:spMkLst>
        </pc:spChg>
        <pc:spChg chg="mod">
          <ac:chgData name="Ajwin Joju" userId="0eceefdfa0b22dab" providerId="LiveId" clId="{5E71BD00-AF15-49E3-9520-833E0CECFC7F}" dt="2025-11-13T18:49:11.128" v="212" actId="1076"/>
          <ac:spMkLst>
            <pc:docMk/>
            <pc:sldMk cId="3303964776" sldId="270"/>
            <ac:spMk id="3" creationId="{5DCF85DE-B257-D07F-11C7-188558A9BD80}"/>
          </ac:spMkLst>
        </pc:spChg>
        <pc:spChg chg="del">
          <ac:chgData name="Ajwin Joju" userId="0eceefdfa0b22dab" providerId="LiveId" clId="{5E71BD00-AF15-49E3-9520-833E0CECFC7F}" dt="2025-11-13T19:02:00.114" v="241"/>
          <ac:spMkLst>
            <pc:docMk/>
            <pc:sldMk cId="3303964776" sldId="270"/>
            <ac:spMk id="4" creationId="{4E22FD71-3A97-A7D6-E13B-F8239531E8B1}"/>
          </ac:spMkLst>
        </pc:spChg>
        <pc:picChg chg="add mod">
          <ac:chgData name="Ajwin Joju" userId="0eceefdfa0b22dab" providerId="LiveId" clId="{5E71BD00-AF15-49E3-9520-833E0CECFC7F}" dt="2025-11-13T19:02:06.292" v="243" actId="14100"/>
          <ac:picMkLst>
            <pc:docMk/>
            <pc:sldMk cId="3303964776" sldId="270"/>
            <ac:picMk id="5" creationId="{F7A205D3-C975-ABC0-D3A8-1B335AACEEFD}"/>
          </ac:picMkLst>
        </pc:picChg>
      </pc:sldChg>
      <pc:sldChg chg="add del">
        <pc:chgData name="Ajwin Joju" userId="0eceefdfa0b22dab" providerId="LiveId" clId="{5E71BD00-AF15-49E3-9520-833E0CECFC7F}" dt="2025-11-13T18:50:22.783" v="229" actId="2696"/>
        <pc:sldMkLst>
          <pc:docMk/>
          <pc:sldMk cId="541895603" sldId="271"/>
        </pc:sldMkLst>
      </pc:sldChg>
      <pc:sldChg chg="addSp delSp modSp add del mod">
        <pc:chgData name="Ajwin Joju" userId="0eceefdfa0b22dab" providerId="LiveId" clId="{5E71BD00-AF15-49E3-9520-833E0CECFC7F}" dt="2025-11-14T09:30:21.704" v="266" actId="2696"/>
        <pc:sldMkLst>
          <pc:docMk/>
          <pc:sldMk cId="957716178" sldId="271"/>
        </pc:sldMkLst>
        <pc:spChg chg="del mod">
          <ac:chgData name="Ajwin Joju" userId="0eceefdfa0b22dab" providerId="LiveId" clId="{5E71BD00-AF15-49E3-9520-833E0CECFC7F}" dt="2025-11-14T09:30:10.134" v="265" actId="478"/>
          <ac:spMkLst>
            <pc:docMk/>
            <pc:sldMk cId="957716178" sldId="271"/>
            <ac:spMk id="2" creationId="{378978B6-D0F8-5CD8-4247-18CF39BB6A33}"/>
          </ac:spMkLst>
        </pc:spChg>
        <pc:spChg chg="del mod">
          <ac:chgData name="Ajwin Joju" userId="0eceefdfa0b22dab" providerId="LiveId" clId="{5E71BD00-AF15-49E3-9520-833E0CECFC7F}" dt="2025-11-14T09:30:10.134" v="265" actId="478"/>
          <ac:spMkLst>
            <pc:docMk/>
            <pc:sldMk cId="957716178" sldId="271"/>
            <ac:spMk id="3" creationId="{052E2DD4-4354-B991-7C52-E799717E6990}"/>
          </ac:spMkLst>
        </pc:spChg>
        <pc:spChg chg="add mod">
          <ac:chgData name="Ajwin Joju" userId="0eceefdfa0b22dab" providerId="LiveId" clId="{5E71BD00-AF15-49E3-9520-833E0CECFC7F}" dt="2025-11-14T09:30:10.134" v="265" actId="478"/>
          <ac:spMkLst>
            <pc:docMk/>
            <pc:sldMk cId="957716178" sldId="271"/>
            <ac:spMk id="4" creationId="{1FB48925-7999-438F-35AC-7AA68FD0B4AF}"/>
          </ac:spMkLst>
        </pc:spChg>
        <pc:picChg chg="del">
          <ac:chgData name="Ajwin Joju" userId="0eceefdfa0b22dab" providerId="LiveId" clId="{5E71BD00-AF15-49E3-9520-833E0CECFC7F}" dt="2025-11-14T09:30:10.134" v="265" actId="478"/>
          <ac:picMkLst>
            <pc:docMk/>
            <pc:sldMk cId="957716178" sldId="271"/>
            <ac:picMk id="5" creationId="{A9668AD6-825D-9768-E6E5-C7837C5BF3C8}"/>
          </ac:picMkLst>
        </pc:picChg>
      </pc:sldChg>
      <pc:sldChg chg="addSp delSp modSp add mod">
        <pc:chgData name="Ajwin Joju" userId="0eceefdfa0b22dab" providerId="LiveId" clId="{5E71BD00-AF15-49E3-9520-833E0CECFC7F}" dt="2025-11-14T09:31:29.828" v="294" actId="2710"/>
        <pc:sldMkLst>
          <pc:docMk/>
          <pc:sldMk cId="2525116102" sldId="271"/>
        </pc:sldMkLst>
        <pc:spChg chg="mod">
          <ac:chgData name="Ajwin Joju" userId="0eceefdfa0b22dab" providerId="LiveId" clId="{5E71BD00-AF15-49E3-9520-833E0CECFC7F}" dt="2025-11-14T09:31:29.828" v="294" actId="2710"/>
          <ac:spMkLst>
            <pc:docMk/>
            <pc:sldMk cId="2525116102" sldId="271"/>
            <ac:spMk id="2" creationId="{601E72CF-4412-D20C-162F-BE4168B64B38}"/>
          </ac:spMkLst>
        </pc:spChg>
        <pc:spChg chg="mod">
          <ac:chgData name="Ajwin Joju" userId="0eceefdfa0b22dab" providerId="LiveId" clId="{5E71BD00-AF15-49E3-9520-833E0CECFC7F}" dt="2025-11-14T09:30:41.158" v="279" actId="20577"/>
          <ac:spMkLst>
            <pc:docMk/>
            <pc:sldMk cId="2525116102" sldId="271"/>
            <ac:spMk id="3" creationId="{6FE2E1C5-2CA6-3F10-2489-6F89E645991D}"/>
          </ac:spMkLst>
        </pc:spChg>
        <pc:spChg chg="add mod">
          <ac:chgData name="Ajwin Joju" userId="0eceefdfa0b22dab" providerId="LiveId" clId="{5E71BD00-AF15-49E3-9520-833E0CECFC7F}" dt="2025-11-14T09:31:22.148" v="292" actId="1076"/>
          <ac:spMkLst>
            <pc:docMk/>
            <pc:sldMk cId="2525116102" sldId="271"/>
            <ac:spMk id="6" creationId="{B329E3D8-1BDB-A629-DD79-562B0BF84955}"/>
          </ac:spMkLst>
        </pc:spChg>
        <pc:picChg chg="del mod">
          <ac:chgData name="Ajwin Joju" userId="0eceefdfa0b22dab" providerId="LiveId" clId="{5E71BD00-AF15-49E3-9520-833E0CECFC7F}" dt="2025-11-14T09:31:18.886" v="291" actId="21"/>
          <ac:picMkLst>
            <pc:docMk/>
            <pc:sldMk cId="2525116102" sldId="271"/>
            <ac:picMk id="5" creationId="{A40DE33B-6459-40D7-E12B-457AE94542A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F6FD20-0E8C-3701-0237-188725B44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V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FEE2D-9DAA-8027-F7C5-C647294CB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25C49-346E-4046-AFD0-E9EC5DF37E52}" type="datetimeFigureOut">
              <a:rPr lang="en-LV" smtClean="0"/>
              <a:t>11/14/2025</a:t>
            </a:fld>
            <a:endParaRPr lang="en-LV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1847-AB0C-FBFD-AF9D-55D492A31D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V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F0C2B-4553-51AC-0351-F5802B103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5C0D-5EEC-7044-9C16-751228F1A68D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813817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EE79D9-8E5D-08D4-12A5-2399F473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66218"/>
            <a:ext cx="872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spc="0"/>
              <a:t>Click to edit Master title style</a:t>
            </a:r>
            <a:endParaRPr lang="en-LV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146F60-2BE9-CBE8-D1DD-16D2709B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5504329"/>
            <a:ext cx="8729954" cy="756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300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F816-4FAF-8E2C-2EB0-3EC3FDA636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318" y="638269"/>
            <a:ext cx="3603811" cy="670578"/>
          </a:xfrm>
        </p:spPr>
        <p:txBody>
          <a:bodyPr anchor="b">
            <a:normAutofit/>
          </a:bodyPr>
          <a:lstStyle>
            <a:lvl1pPr algn="l">
              <a:defRPr sz="3600" b="0" spc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lv-LV" dirty="0">
                <a:solidFill>
                  <a:srgbClr val="00ACE9"/>
                </a:solidFill>
              </a:rPr>
              <a:t>Slaida virsraksts</a:t>
            </a:r>
            <a:endParaRPr lang="en-LV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450038-EF68-7252-E499-B5BD2951F9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54689" y="0"/>
            <a:ext cx="4571999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24417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F454775-8FBA-B9FD-3205-84D34F63D7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52" y="2766218"/>
            <a:ext cx="872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lv-LV" sz="4400" b="1" spc="0" dirty="0"/>
              <a:t>JAUNS</a:t>
            </a:r>
            <a:br>
              <a:rPr lang="lv-LV" sz="4400" b="1" spc="0" dirty="0"/>
            </a:br>
            <a:r>
              <a:rPr lang="lv-LV" sz="4400" b="1" spc="0" dirty="0"/>
              <a:t>APAKŠVIRSRAKSTS</a:t>
            </a:r>
            <a:endParaRPr lang="en-LV" dirty="0"/>
          </a:p>
        </p:txBody>
      </p:sp>
    </p:spTree>
    <p:extLst>
      <p:ext uri="{BB962C8B-B14F-4D97-AF65-F5344CB8AC3E}">
        <p14:creationId xmlns:p14="http://schemas.microsoft.com/office/powerpoint/2010/main" val="2018624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6D1C5B-F98B-2D3E-F063-3845052CB6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58118" y="1799548"/>
            <a:ext cx="4195389" cy="32589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93A6A3-13FB-47B0-F260-235B0FF35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318" y="638269"/>
            <a:ext cx="3603811" cy="670578"/>
          </a:xfrm>
        </p:spPr>
        <p:txBody>
          <a:bodyPr anchor="b">
            <a:normAutofit/>
          </a:bodyPr>
          <a:lstStyle>
            <a:lvl1pPr algn="l">
              <a:defRPr sz="3600" b="0" spc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lv-LV" dirty="0">
                <a:solidFill>
                  <a:srgbClr val="00ACE9"/>
                </a:solidFill>
              </a:rPr>
              <a:t>Slaida virsraksts</a:t>
            </a:r>
            <a:endParaRPr lang="en-LV" dirty="0"/>
          </a:p>
        </p:txBody>
      </p:sp>
    </p:spTree>
    <p:extLst>
      <p:ext uri="{BB962C8B-B14F-4D97-AF65-F5344CB8AC3E}">
        <p14:creationId xmlns:p14="http://schemas.microsoft.com/office/powerpoint/2010/main" val="100432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9A4DB-D9E6-BF0D-C29D-9D784A6B1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004815"/>
            <a:ext cx="6019799" cy="4172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3F59F8D-5C64-D4AB-E815-406CA7A832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318" y="638269"/>
            <a:ext cx="3603811" cy="670578"/>
          </a:xfrm>
        </p:spPr>
        <p:txBody>
          <a:bodyPr anchor="b">
            <a:normAutofit/>
          </a:bodyPr>
          <a:lstStyle>
            <a:lvl1pPr algn="l">
              <a:defRPr sz="3600" b="0" spc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lv-LV" dirty="0">
                <a:solidFill>
                  <a:srgbClr val="00ACE9"/>
                </a:solidFill>
              </a:rPr>
              <a:t>Slaida virsraksts</a:t>
            </a:r>
            <a:endParaRPr lang="en-LV" dirty="0"/>
          </a:p>
        </p:txBody>
      </p:sp>
    </p:spTree>
    <p:extLst>
      <p:ext uri="{BB962C8B-B14F-4D97-AF65-F5344CB8AC3E}">
        <p14:creationId xmlns:p14="http://schemas.microsoft.com/office/powerpoint/2010/main" val="142243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024AC-98FD-68F9-3B29-0EEA3FC1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542364"/>
            <a:ext cx="10273553" cy="57732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8570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7BDC-F273-DFBC-7518-553859B77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52" y="2766218"/>
            <a:ext cx="7529538" cy="1325563"/>
          </a:xfrm>
        </p:spPr>
        <p:txBody>
          <a:bodyPr/>
          <a:lstStyle>
            <a:lvl1pPr>
              <a:defRPr spc="0"/>
            </a:lvl1pPr>
          </a:lstStyle>
          <a:p>
            <a:r>
              <a:rPr lang="en-GB" dirty="0"/>
              <a:t>PALDIES/</a:t>
            </a:r>
            <a:br>
              <a:rPr lang="en-GB" dirty="0"/>
            </a:br>
            <a:r>
              <a:rPr lang="en-GB" dirty="0"/>
              <a:t>NOSLĒGUMA SLAIDS</a:t>
            </a:r>
            <a:endParaRPr lang="en-LV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3EB676E-4E46-32D8-0041-618BAC323B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552" y="5287434"/>
            <a:ext cx="7529538" cy="864096"/>
          </a:xfrm>
        </p:spPr>
        <p:txBody>
          <a:bodyPr>
            <a:normAutofit/>
          </a:bodyPr>
          <a:lstStyle/>
          <a:p>
            <a:r>
              <a:rPr lang="lv-LV" dirty="0"/>
              <a:t>Vieta papildus informācijai – </a:t>
            </a:r>
          </a:p>
          <a:p>
            <a:r>
              <a:rPr lang="lv-LV" dirty="0"/>
              <a:t>kontakti, mājaslapas adrese utt.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930D3-E468-39DC-BA2F-1D85441B6268}"/>
              </a:ext>
            </a:extLst>
          </p:cNvPr>
          <p:cNvSpPr txBox="1"/>
          <p:nvPr userDrawn="1"/>
        </p:nvSpPr>
        <p:spPr>
          <a:xfrm>
            <a:off x="8139953" y="73689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67720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9BC31-84CC-6493-27A5-0BD04326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66218"/>
            <a:ext cx="872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spc="0" dirty="0"/>
              <a:t>PREZENT</a:t>
            </a:r>
            <a:r>
              <a:rPr lang="lv-LV" sz="4400" b="1" spc="0" dirty="0"/>
              <a:t>ĀCIJAS </a:t>
            </a:r>
            <a:br>
              <a:rPr lang="lv-LV" sz="4400" b="1" spc="0" dirty="0"/>
            </a:br>
            <a:r>
              <a:rPr lang="lv-LV" sz="4400" b="1" spc="0" dirty="0"/>
              <a:t>VIRSRAKSTS</a:t>
            </a:r>
            <a:endParaRPr lang="en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B2469-5D65-1326-83C8-B31E635A6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552" y="5504329"/>
            <a:ext cx="8729954" cy="756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lv-LV" dirty="0"/>
              <a:t>Autors  </a:t>
            </a:r>
          </a:p>
          <a:p>
            <a:r>
              <a:rPr lang="lv-LV" dirty="0"/>
              <a:t>Vieta / Datums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69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spc="1200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ide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928A-6627-FA95-90FE-38599574A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2" y="2343843"/>
            <a:ext cx="9199984" cy="1085157"/>
          </a:xfrm>
        </p:spPr>
        <p:txBody>
          <a:bodyPr numCol="1" anchor="t">
            <a:noAutofit/>
          </a:bodyPr>
          <a:lstStyle/>
          <a:p>
            <a:pPr algn="ctr"/>
            <a:r>
              <a:rPr lang="en-US" sz="4000" spc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pitchFamily="18" charset="0"/>
              </a:rPr>
              <a:t>HOW TO DOWNLOAD AND INSTALL  INTELLIJ IDEA </a:t>
            </a:r>
            <a:endParaRPr lang="en-LV" sz="4000" spc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D58DB-9182-F2A5-0F15-0E59B2210553}"/>
              </a:ext>
            </a:extLst>
          </p:cNvPr>
          <p:cNvSpPr txBox="1"/>
          <p:nvPr/>
        </p:nvSpPr>
        <p:spPr>
          <a:xfrm>
            <a:off x="438539" y="4991878"/>
            <a:ext cx="7483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Presented To: Prof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JAANIS PEKSA</a:t>
            </a:r>
          </a:p>
          <a:p>
            <a:br>
              <a:rPr lang="en-GB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Presented By: </a:t>
            </a:r>
          </a:p>
          <a:p>
            <a:r>
              <a:rPr lang="en-GB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AJWIN JOJU VENNATTUPARAMBIL – CSA1D1 </a:t>
            </a:r>
          </a:p>
        </p:txBody>
      </p:sp>
    </p:spTree>
    <p:extLst>
      <p:ext uri="{BB962C8B-B14F-4D97-AF65-F5344CB8AC3E}">
        <p14:creationId xmlns:p14="http://schemas.microsoft.com/office/powerpoint/2010/main" val="183190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088C-2B5D-4A13-294C-009D46D1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olorful logo with white text&#10;&#10;AI-generated content may be incorrect.">
            <a:extLst>
              <a:ext uri="{FF2B5EF4-FFF2-40B4-BE49-F238E27FC236}">
                <a16:creationId xmlns:a16="http://schemas.microsoft.com/office/drawing/2014/main" id="{88721977-8B45-4DA2-8C77-34F669B0582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854744" y="1632856"/>
            <a:ext cx="3418260" cy="3339679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D4BDD07-D5E0-9B96-AF17-B0A678D72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36" y="384664"/>
            <a:ext cx="5073371" cy="670578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INTELLIJ IDEA?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867DE-0952-AA06-CB50-39315C1FA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31" y="1290186"/>
            <a:ext cx="6279501" cy="51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 is 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Development Environment (IDE)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by JetBrains.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Java, Kotlin, Python, JavaScript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many other languages.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Comes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(Free)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Ultimate (Paid)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editions.</a:t>
            </a:r>
          </a:p>
        </p:txBody>
      </p:sp>
    </p:spTree>
    <p:extLst>
      <p:ext uri="{BB962C8B-B14F-4D97-AF65-F5344CB8AC3E}">
        <p14:creationId xmlns:p14="http://schemas.microsoft.com/office/powerpoint/2010/main" val="3761348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7CC1-B68F-0329-6CA2-DC452767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ink box with black text&#10;&#10;AI-generated content may be incorrect.">
            <a:extLst>
              <a:ext uri="{FF2B5EF4-FFF2-40B4-BE49-F238E27FC236}">
                <a16:creationId xmlns:a16="http://schemas.microsoft.com/office/drawing/2014/main" id="{7432C579-A2F6-CA2F-C9E0-267B9875A6A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733722" y="1744824"/>
            <a:ext cx="4674244" cy="210871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302BB78-985F-D33E-A8AB-D7D5A9D2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11"/>
            <a:ext cx="7604449" cy="6705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DOWNLOAD INTELLIJ IDEA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30755E-AB29-4421-5EEE-7A9638E24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8" y="1159600"/>
            <a:ext cx="6277204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 to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https://www.jetbrains.com/idea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your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(Windows, macOS, or Linux)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Edition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free use)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 for the installer to download</a:t>
            </a:r>
          </a:p>
        </p:txBody>
      </p:sp>
    </p:spTree>
    <p:extLst>
      <p:ext uri="{BB962C8B-B14F-4D97-AF65-F5344CB8AC3E}">
        <p14:creationId xmlns:p14="http://schemas.microsoft.com/office/powerpoint/2010/main" val="228313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00E01-8323-2FA2-44F7-5F3E23AB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E3964-DCE4-4FE2-3593-DDC7BD47DA3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407150" y="1354873"/>
            <a:ext cx="4572000" cy="414825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C30367F-9A42-C359-070E-C126DEC29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110" y="199731"/>
            <a:ext cx="6727188" cy="670578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INSTALL INTELLIJ IDEA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BD93B8-D659-EFA7-8D10-85F06949D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10" y="1224166"/>
            <a:ext cx="6106794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the downloaded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  <a:latin typeface="Arial Unicode MS"/>
              </a:rPr>
              <a:t>(exe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</a:rPr>
              <a:t> file)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the installation wizard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installation options (e.g., 64-bit launcher, PATH variable)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wait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IntelliJ IDEA after installation</a:t>
            </a:r>
          </a:p>
        </p:txBody>
      </p:sp>
    </p:spTree>
    <p:extLst>
      <p:ext uri="{BB962C8B-B14F-4D97-AF65-F5344CB8AC3E}">
        <p14:creationId xmlns:p14="http://schemas.microsoft.com/office/powerpoint/2010/main" val="157980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6ACB-BC13-DB8F-42C4-06DF0964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205D3-C975-ABC0-D3A8-1B335AACEEF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672237" y="1372891"/>
            <a:ext cx="5845508" cy="397859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CF85DE-B257-D07F-11C7-188558A9B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318" y="274375"/>
            <a:ext cx="5102851" cy="670578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SETUP AND FIRST RUN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8A549-530D-F8F7-F7EF-B355A2F3FBC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5628" y="1217593"/>
            <a:ext cx="6074229" cy="426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theme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(Light/Dark)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plugins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or open your first project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 IS READY TO USE!</a:t>
            </a:r>
          </a:p>
        </p:txBody>
      </p:sp>
    </p:spTree>
    <p:extLst>
      <p:ext uri="{BB962C8B-B14F-4D97-AF65-F5344CB8AC3E}">
        <p14:creationId xmlns:p14="http://schemas.microsoft.com/office/powerpoint/2010/main" val="330396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AC5D-084B-722F-E000-6E9C8911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E2E1C5-2CA6-3F10-2489-6F89E6459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318" y="274375"/>
            <a:ext cx="5102851" cy="670578"/>
          </a:xfrm>
        </p:spPr>
        <p:txBody>
          <a:bodyPr>
            <a:normAutofit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1E72CF-4412-D20C-162F-BE4168B64B3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5626" y="1183505"/>
            <a:ext cx="10234248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· IntelliJ IDEA provides a seamless process for users to download, install, and begin working on their development projects.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· A proper installation and initial setup ensures a smooth and efficient workflow for developers working with multiple programming languages and frameworks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9E3D8-1BDB-A629-DD79-562B0BF849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03766" y="-111968"/>
            <a:ext cx="4571999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11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BDCF-FA59-B322-9306-022D60E3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A51D-DC2C-1F9D-C423-266D37C7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86421"/>
            <a:ext cx="8630107" cy="1085157"/>
          </a:xfrm>
        </p:spPr>
        <p:txBody>
          <a:bodyPr>
            <a:noAutofit/>
          </a:bodyPr>
          <a:lstStyle/>
          <a:p>
            <a:r>
              <a:rPr lang="en-IN" sz="4400" spc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IN" sz="9600" spc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LV" sz="4400" spc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820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3773B9"/>
      </a:dk2>
      <a:lt2>
        <a:srgbClr val="E7E6E6"/>
      </a:lt2>
      <a:accent1>
        <a:srgbClr val="205377"/>
      </a:accent1>
      <a:accent2>
        <a:srgbClr val="F7934F"/>
      </a:accent2>
      <a:accent3>
        <a:srgbClr val="65BD60"/>
      </a:accent3>
      <a:accent4>
        <a:srgbClr val="00AAE7"/>
      </a:accent4>
      <a:accent5>
        <a:srgbClr val="8078B6"/>
      </a:accent5>
      <a:accent6>
        <a:srgbClr val="FAED3C"/>
      </a:accent6>
      <a:hlink>
        <a:srgbClr val="3873B9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E2AF73-8FB5-0D48-A97E-D121060DA838}" vid="{17F5CB91-3DB5-2743-B62D-0FFE97AC1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PAGES OG FILE</Template>
  <TotalTime>22</TotalTime>
  <Words>229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Unicode MS</vt:lpstr>
      <vt:lpstr>Calibri</vt:lpstr>
      <vt:lpstr>Calisto MT</vt:lpstr>
      <vt:lpstr>Times New Roman</vt:lpstr>
      <vt:lpstr>Office Theme</vt:lpstr>
      <vt:lpstr>HOW TO DOWNLOAD AND INSTALL  INTELLIJ IDEA </vt:lpstr>
      <vt:lpstr>WHAT IS INTELLIJ IDEA?</vt:lpstr>
      <vt:lpstr>HOW TO DOWNLOAD INTELLIJ IDEA</vt:lpstr>
      <vt:lpstr>HOW TO INSTALL INTELLIJ IDEA</vt:lpstr>
      <vt:lpstr>SETUP AND FIRST RUN</vt:lpstr>
      <vt:lpstr>CONCLUSION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Ajwin Joju</dc:creator>
  <cp:lastModifiedBy>Ajwin Joju</cp:lastModifiedBy>
  <cp:revision>1</cp:revision>
  <dcterms:created xsi:type="dcterms:W3CDTF">2025-11-13T17:30:12Z</dcterms:created>
  <dcterms:modified xsi:type="dcterms:W3CDTF">2025-11-14T09:31:38Z</dcterms:modified>
</cp:coreProperties>
</file>